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JAYMANI KRISHI SEWA</a:t>
            </a:r>
          </a:p>
          <a:p>
            <a:r>
              <a:t>Digital Agritech Marketplace for Farmers &amp; Local Vendors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Team Members:</a:t>
            </a:r>
          </a:p>
          <a:p>
            <a:r>
              <a:t>Manish Pandey (2025266283)</a:t>
            </a:r>
          </a:p>
          <a:p>
            <a:r>
              <a:t>Jayant Raj (2025298708)</a:t>
            </a:r>
          </a:p>
          <a:p/>
          <a:p>
            <a:r>
              <a:t>B.Tech CSE Project Proposal / PBL</a:t>
            </a:r>
          </a:p>
          <a:p>
            <a:r>
              <a:t>Department of Computer Science &amp; Engineering</a:t>
            </a:r>
          </a:p>
          <a:p>
            <a:r>
              <a:t>Sharda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the project is:</a:t>
            </a:r>
          </a:p>
          <a:p>
            <a:pPr lvl="1"/>
            <a:r>
              <a:t>A digital agritech marketplace bridging the gap between farmers and local vendors.</a:t>
            </a:r>
          </a:p>
          <a:p>
            <a:r>
              <a:t>Problem addressed: Operational friction in agri-retail.</a:t>
            </a:r>
          </a:p>
          <a:p>
            <a:r>
              <a:t>Target users: Farmers, Local Agricultural Vendors, Administrators.</a:t>
            </a:r>
          </a:p>
          <a:p>
            <a:r>
              <a:t>Main Purpose:</a:t>
            </a:r>
          </a:p>
          <a:p>
            <a:pPr lvl="1"/>
            <a:r>
              <a:t>To provide a modernized ecosystem that empowers local agriculture through digital connectivity, real-time inventory, and digital credit records.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Existing Problem:</a:t>
            </a:r>
          </a:p>
          <a:p>
            <a:pPr lvl="1"/>
            <a:r>
              <a:t>Farmers face severe inefficiencies in day-to-day agricultural retail operations.</a:t>
            </a:r>
          </a:p>
          <a:p>
            <a:r>
              <a:t>Limitations of Manual System:</a:t>
            </a:r>
          </a:p>
          <a:p>
            <a:pPr lvl="1"/>
            <a:r>
              <a:t>Stock Uncertainty: No real-time visibility into local retail inventory.</a:t>
            </a:r>
          </a:p>
          <a:p>
            <a:pPr lvl="1"/>
            <a:r>
              <a:t>Manual Credit Records: Prone to disputes and poor financial tracking.</a:t>
            </a:r>
          </a:p>
          <a:p>
            <a:pPr lvl="1"/>
            <a:r>
              <a:t>Fragmented Access: Hard to connect efficiently with available vendors.</a:t>
            </a:r>
          </a:p>
          <a:p>
            <a:r>
              <a:t>Expected Improvement: A unified digital platform to streamline discovery, verify stock, and maintain dispute-free digital ledgers.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Objectives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Objectives:</a:t>
            </a:r>
          </a:p>
          <a:p>
            <a:pPr lvl="1"/>
            <a:r>
              <a:t>Functional: Enable real-time inventory discovery and digital credit management.</a:t>
            </a:r>
          </a:p>
          <a:p>
            <a:pPr lvl="1"/>
            <a:r>
              <a:t>Technical: Build a scalable web architecture using Flask &amp; React.</a:t>
            </a:r>
          </a:p>
          <a:p>
            <a:pPr lvl="1"/>
            <a:r>
              <a:t>User-oriented: Deliver an intuitive interface for non-technical users.</a:t>
            </a:r>
          </a:p>
          <a:p>
            <a:r>
              <a:t>Methodology (Development Approach):</a:t>
            </a:r>
          </a:p>
          <a:p>
            <a:pPr lvl="1"/>
            <a:r>
              <a:t>1. Requirement Analysis &amp; UI/UX Planning</a:t>
            </a:r>
            <a:br/>
            <a:r>
              <a:t>2. System Design &amp; Database Schema</a:t>
            </a:r>
            <a:br/>
            <a:r>
              <a:t>3. Module Development (Frontend &amp; Backend)</a:t>
            </a:r>
            <a:br/>
            <a:r>
              <a:t>4. Integration &amp; API connecting</a:t>
            </a:r>
            <a:br/>
            <a:r>
              <a:t>5. Testing &amp; Verification</a:t>
            </a:r>
            <a:br/>
            <a:r>
              <a:t>6. Deployment / Demonstration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Identification of Necessary Tools / Formulas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Technologies Used:</a:t>
            </a:r>
          </a:p>
          <a:p>
            <a:pPr lvl="1"/>
            <a:r>
              <a:t>Frontend: React, Tailwind CSS, React Router, HTML5, JSX</a:t>
            </a:r>
          </a:p>
          <a:p>
            <a:pPr lvl="1"/>
            <a:r>
              <a:t>Backend: Python, Flask, Flask-CORS</a:t>
            </a:r>
          </a:p>
          <a:p>
            <a:pPr lvl="1"/>
            <a:r>
              <a:t>Database: SQLite (sqlite3)</a:t>
            </a:r>
          </a:p>
          <a:p>
            <a:pPr lvl="1"/>
            <a:r>
              <a:t>Tools: VS Code, Git, Node.js, Python Environment</a:t>
            </a:r>
          </a:p>
          <a:p>
            <a:r>
              <a:t>Mathematical Formulas:</a:t>
            </a:r>
          </a:p>
          <a:p>
            <a:pPr lvl="1"/>
            <a:r>
              <a:t>No specialized mathematical formula is required; the project primarily uses software/system logic and standard CRUD operations for inventory and credit management.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Identification of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Authentication &amp; Role Management</a:t>
            </a:r>
          </a:p>
          <a:p>
            <a:pPr lvl="1"/>
            <a:r>
              <a:t>Roles: Admin, Farmer, Vendor (Login, Secure access).</a:t>
            </a:r>
          </a:p>
          <a:p>
            <a:pPr/>
            <a:r>
              <a:t>2. Hyper-Local Discovery (Farmer Dashboard)</a:t>
            </a:r>
          </a:p>
          <a:p>
            <a:pPr lvl="1"/>
            <a:r>
              <a:t>Allows farmers to search and view local products &amp; availability.</a:t>
            </a:r>
          </a:p>
          <a:p>
            <a:pPr/>
            <a:r>
              <a:t>3. Inventory Management (Vendor Dashboard)</a:t>
            </a:r>
          </a:p>
          <a:p>
            <a:pPr lvl="1"/>
            <a:r>
              <a:t>Vendors can add products, manage stock, and view catalog.</a:t>
            </a:r>
          </a:p>
          <a:p>
            <a:pPr/>
            <a:r>
              <a:t>4. Order &amp; Digital Credit System</a:t>
            </a:r>
          </a:p>
          <a:p>
            <a:pPr lvl="1"/>
            <a:r>
              <a:t>Placing orders, tracking status, and maintaining a digital ledger.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High-Level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Architecture:</a:t>
            </a:r>
          </a:p>
          <a:p>
            <a:pPr lvl="1"/>
            <a:r>
              <a:t>Client-Server Architecture separating UI from business logic.</a:t>
            </a:r>
          </a:p>
          <a:p>
            <a:r>
              <a:t>Data Flow:</a:t>
            </a:r>
          </a:p>
          <a:p>
            <a:pPr lvl="1"/>
            <a:r>
              <a:t>[ Web Client (React + Tailwind) ]</a:t>
            </a:r>
          </a:p>
          <a:p>
            <a:pPr lvl="1"/>
            <a:r>
              <a:t>        ⬇ (HTTP / JSON via API)</a:t>
            </a:r>
          </a:p>
          <a:p>
            <a:pPr lvl="1"/>
            <a:r>
              <a:t>[ Backend API (Python Flask) ]</a:t>
            </a:r>
          </a:p>
          <a:p>
            <a:pPr lvl="1"/>
            <a:r>
              <a:t>        ⬇ (SQL Queries)</a:t>
            </a:r>
          </a:p>
          <a:p>
            <a:pPr lvl="1"/>
            <a:r>
              <a:t>[ Database (SQLite)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Low-Level Design – Module Wise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 Module:</a:t>
            </a:r>
          </a:p>
          <a:p>
            <a:pPr lvl="1"/>
            <a:r>
              <a:t>Login component (React) -&gt; POST /api/auth/login -&gt; queries 'users' table.</a:t>
            </a:r>
          </a:p>
          <a:p>
            <a:r>
              <a:t>Discovery Module:</a:t>
            </a:r>
          </a:p>
          <a:p>
            <a:pPr lvl="1"/>
            <a:r>
              <a:t>FarmerDashboard -&gt; GET /api/products -&gt; JOIN products &amp; users tables -&gt; Updates UI State.</a:t>
            </a:r>
          </a:p>
          <a:p>
            <a:r>
              <a:t>Order/Credit Module:</a:t>
            </a:r>
          </a:p>
          <a:p>
            <a:pPr lvl="1"/>
            <a:r>
              <a:t>orderProduct() -&gt; POST /api/orders -&gt; Inserts into 'orders' table -&gt; Returns Success JSON.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Working / System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Workflow:</a:t>
            </a:r>
          </a:p>
          <a:p>
            <a:pPr/>
            <a:r>
              <a:t>User Input (Login via React)</a:t>
            </a:r>
          </a:p>
          <a:p>
            <a:pPr lvl="1"/>
            <a:r>
              <a:t>⬇</a:t>
            </a:r>
          </a:p>
          <a:p>
            <a:pPr/>
            <a:r>
              <a:t>Dashboard Rendered (React Router based on Role)</a:t>
            </a:r>
          </a:p>
          <a:p>
            <a:pPr lvl="1"/>
            <a:r>
              <a:t>⬇</a:t>
            </a:r>
          </a:p>
          <a:p>
            <a:pPr/>
            <a:r>
              <a:t>Action Triggered (e.g., View Products / Add Stock)</a:t>
            </a:r>
          </a:p>
          <a:p>
            <a:pPr lvl="1"/>
            <a:r>
              <a:t>⬇</a:t>
            </a:r>
          </a:p>
          <a:p>
            <a:pPr/>
            <a:r>
              <a:t>API Call to Flask Backend (JSON over HTTP)</a:t>
            </a:r>
          </a:p>
          <a:p>
            <a:pPr lvl="1"/>
            <a:r>
              <a:t>⬇</a:t>
            </a:r>
          </a:p>
          <a:p>
            <a:pPr/>
            <a:r>
              <a:t>SQLite Database Query/Update</a:t>
            </a:r>
          </a:p>
          <a:p>
            <a:pPr lvl="1"/>
            <a:r>
              <a:t>⬇</a:t>
            </a:r>
          </a:p>
          <a:p>
            <a:pPr/>
            <a:r>
              <a:t>JSON Response to Client</a:t>
            </a:r>
          </a:p>
          <a:p>
            <a:pPr lvl="1"/>
            <a:r>
              <a:t>⬇</a:t>
            </a:r>
          </a:p>
          <a:p>
            <a:pPr/>
            <a:r>
              <a:t>Frontend Output (UI Update)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Implementation / Project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Implementation Details:</a:t>
            </a:r>
          </a:p>
          <a:p>
            <a:pPr lvl="1"/>
            <a:r>
              <a:t>Frontend App: Built with React, utilizing Vite, React Router, and Tailwind CSS for rapid styling.</a:t>
            </a:r>
          </a:p>
          <a:p>
            <a:pPr lvl="1"/>
            <a:r>
              <a:t>Backend Service: RESTful API powered by Flask handling routes like /api/auth/login, /api/products, and /api/orders.</a:t>
            </a:r>
          </a:p>
          <a:p>
            <a:pPr lvl="1"/>
            <a:r>
              <a:t>Database Setup: SQLite populated via seed.py with demo data for Admins, Farmers, and Vendors.</a:t>
            </a:r>
          </a:p>
          <a:p>
            <a:pPr/>
            <a:r>
              <a:t>Screens/Pages Implemented:</a:t>
            </a:r>
          </a:p>
          <a:p>
            <a:pPr lvl="1"/>
            <a:r>
              <a:t>Login Page, Farmer Dashboard (Hyper-Local Discovery), Vendor Dashboard (Inventory Management), Admin Dashboard.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Testing /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Testing Strategies:</a:t>
            </a:r>
          </a:p>
          <a:p>
            <a:pPr lvl="1"/>
            <a:r>
              <a:t>Functional Testing: Verified role-based access control (Admin vs Farmer vs Vendor).</a:t>
            </a:r>
          </a:p>
          <a:p>
            <a:pPr lvl="1"/>
            <a:r>
              <a:t>Integration Testing: Verified API connectivity between React frontend and Flask backend using Flask-CORS.</a:t>
            </a:r>
          </a:p>
          <a:p>
            <a:pPr lvl="1"/>
            <a:r>
              <a:t>Error Handling: Verified standard HTTP error codes (e.g., 401 for Invalid Credentials).</a:t>
            </a:r>
          </a:p>
          <a:p>
            <a:pPr/>
            <a:r>
              <a:t>Key Test Cases:</a:t>
            </a:r>
          </a:p>
          <a:p>
            <a:pPr lvl="1"/>
            <a:r>
              <a:t>1. Valid Login -&gt; Redirects to respective Dashboard.</a:t>
            </a:r>
          </a:p>
          <a:p>
            <a:pPr lvl="1"/>
            <a:r>
              <a:t>2. Invalid Login -&gt; Shows 'Invalid credentials' error.</a:t>
            </a:r>
          </a:p>
          <a:p>
            <a:pPr lvl="1"/>
            <a:r>
              <a:t>3. Place Order -&gt; Success message and inserted into DB.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Expected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Expected Functionality:</a:t>
            </a:r>
          </a:p>
          <a:p>
            <a:pPr lvl="1"/>
            <a:r>
              <a:t>Seamless, unified connection between farmers and their local vendors.</a:t>
            </a:r>
          </a:p>
          <a:p>
            <a:r>
              <a:t>Expected Benefits:</a:t>
            </a:r>
          </a:p>
          <a:p>
            <a:pPr lvl="1"/>
            <a:r>
              <a:t>Reduced time searching for supplies and tracking stock.</a:t>
            </a:r>
          </a:p>
          <a:p>
            <a:pPr lvl="1"/>
            <a:r>
              <a:t>Dispute-free digital credit tracking instead of manual Bahi-Khata.</a:t>
            </a:r>
          </a:p>
          <a:p>
            <a:r>
              <a:t>Expected User Experience:</a:t>
            </a:r>
          </a:p>
          <a:p>
            <a:pPr lvl="1"/>
            <a:r>
              <a:t>Fast, responsive, and intuitive UI suitable for rural/semi-urban populations.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Future Scope (Proposed)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Realistic Future Improvements:</a:t>
            </a:r>
          </a:p>
          <a:p>
            <a:pPr lvl="1"/>
            <a:r>
              <a:t>Scalability: Migrate backend database from SQLite to MySQL or PostgreSQL for heavy loads.</a:t>
            </a:r>
          </a:p>
          <a:p>
            <a:pPr lvl="1"/>
            <a:r>
              <a:t>Language Support: Add Hindi and regional dialect support for broader accessibility.</a:t>
            </a:r>
          </a:p>
          <a:p>
            <a:pPr lvl="1"/>
            <a:r>
              <a:t>Digital Payments: Integrate UPI payment gateways for seamless transactions.</a:t>
            </a:r>
          </a:p>
          <a:p>
            <a:pPr lvl="1"/>
            <a:r>
              <a:t>Automation: SMS/WhatsApp notifications for order status and credit updates.</a:t>
            </a:r>
          </a:p>
          <a:p>
            <a:pPr lvl="1"/>
            <a:r>
              <a:t>AI Integration: Crop disease detection or price prediction features.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Communication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Takeaways:</a:t>
            </a:r>
          </a:p>
          <a:p>
            <a:pPr lvl="1"/>
            <a:r>
              <a:t>Targeted Solution: Solves real-world local problems in agricultural retail.</a:t>
            </a:r>
          </a:p>
          <a:p>
            <a:pPr lvl="1"/>
            <a:r>
              <a:t>Technical Contribution: Full-stack implementation delivering a modern UI and a robust API.</a:t>
            </a:r>
          </a:p>
          <a:p>
            <a:pPr lvl="1"/>
            <a:r>
              <a:t>Social Impact: Empowers the local agricultural economy by organizing fragmented supply chains.</a:t>
            </a:r>
          </a:p>
          <a:p>
            <a:pPr lvl="1"/>
            <a:r>
              <a:t>Workflow: Simple and transparent processes for both farmers and vendors.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Summary:</a:t>
            </a:r>
          </a:p>
          <a:p>
            <a:pPr lvl="1"/>
            <a:r>
              <a:t>Problem: Inefficiencies and stock uncertainty in local agri-retail.</a:t>
            </a:r>
          </a:p>
          <a:p>
            <a:pPr lvl="1"/>
            <a:r>
              <a:t>Proposed Solution: Jaymani Krishi Sewa platform.</a:t>
            </a:r>
          </a:p>
          <a:p>
            <a:pPr lvl="1"/>
            <a:r>
              <a:t>Core Modules: Auth, Hyper-Local Discovery, Inventory Management, Order/Credit System.</a:t>
            </a:r>
          </a:p>
          <a:p>
            <a:pPr lvl="1"/>
            <a:r>
              <a:t>Technology: React (Frontend), Flask (Backend), SQLite (Database).</a:t>
            </a:r>
          </a:p>
          <a:p>
            <a:pPr lvl="1"/>
            <a:r>
              <a:t>Overall Value: Digitizes and streamlines the unorganized agricultural sector.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